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Fry Station Quick Reference (Grill)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Fry station quick reference for Hearthline: temps, loads, oil care, filtering, safety, and fire response for new line cooks.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Owner: Priya Nair, Sous Chef – Grill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 Scope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You run all deep-fried items for Grill during service; keep fryers clean, hot, and safe.</a:t>
            </a:r>
          </a:p>
          <a:p>
            <a:pPr/>
            <a:r>
              <a:rPr sz="1800"/>
              <a:t>Two vats: left for proteins (chicken, fish), right for starch/veg (fries, rings, tots).</a:t>
            </a:r>
          </a:p>
          <a:p>
            <a:pPr/>
            <a:r>
              <a:rPr sz="1800"/>
              <a:t>Oil: canola blend. Keep backup jugs nearby, capped. Skimmer, spider, clean baskets ready.</a:t>
            </a:r>
          </a:p>
          <a:p>
            <a:pPr/>
            <a:r>
              <a:rPr sz="1800"/>
              <a:t>Thermometer and timer at hand; check internal temps on proteins.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Oil Temps, Loads, and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Product: Fries, 3/8 in · Set Oil Temp (°F): 350 · Basket Load: 1 lb per basket · Typical Fry Time: 3–4 min · Target/Notes: Golden, crisp; season immediately</a:t>
            </a:r>
          </a:p>
          <a:p>
            <a:pPr/>
            <a:r>
              <a:rPr sz="1800"/>
              <a:t>Product: Tater tots · Set Oil Temp (°F): 350 · Basket Load: 1 lb · Typical Fry Time: 3–4 min · Target/Notes: Crisp exterior</a:t>
            </a:r>
          </a:p>
          <a:p>
            <a:pPr/>
            <a:r>
              <a:rPr sz="1800"/>
              <a:t>Product: Onion rings · Set Oil Temp (°F): 350 · Basket Load: 12 oz · Typical Fry Time: 2–3 min · Target/Notes: Light golden, not greasy</a:t>
            </a:r>
          </a:p>
          <a:p>
            <a:pPr/>
            <a:r>
              <a:rPr sz="1800"/>
              <a:t>Product: Chicken tenders · Set Oil Temp (°F): 325 · Basket Load: 1 lb · Typical Fry Time: 5–6 min · Target/Notes: 165°F internal for 15 sec</a:t>
            </a:r>
          </a:p>
          <a:p>
            <a:pPr/>
            <a:r>
              <a:rPr sz="1800"/>
              <a:t>Product: Bone-in wings · Set Oil Temp (°F): 350 · Basket Load: 1 lb · Typical Fry Time: 8–10 min · Target/Notes: 165°F internal; rest 1 min</a:t>
            </a:r>
          </a:p>
          <a:p>
            <a:pPr/>
            <a:r>
              <a:rPr sz="1800"/>
              <a:t>Product: Fish fillet · Set Oil Temp (°F): 350 · Basket Load: 10–12 oz total · Typical Fry Time: 3–5 min · Target/Notes: 145°F internal for 15 sec</a:t>
            </a:r>
          </a:p>
          <a:p>
            <a:pPr/>
            <a:r>
              <a:rPr sz="1800"/>
              <a:t>Product: Hushpuppies · Set Oil Temp (°F): 350 · Basket Load: 12 oz · Typical Fry Time: 3–4 min · Target/Notes: Cook through, no gumminess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Loading &amp; Drop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Preheat to set temp; confirm with thermometer after recovery.</a:t>
            </a:r>
          </a:p>
          <a:p>
            <a:pPr/>
            <a:r>
              <a:rPr sz="1800"/>
              <a:t>Pat wet items dry; dust proteins lightly in seasoned flour to reduce blow-off.</a:t>
            </a:r>
          </a:p>
          <a:p>
            <a:pPr/>
            <a:r>
              <a:rPr sz="1800"/>
              <a:t>Load basket to listed max; shake to level. Do not overload—oil must cover freely.</a:t>
            </a:r>
          </a:p>
          <a:p>
            <a:pPr/>
            <a:r>
              <a:rPr sz="1800"/>
              <a:t>Lower basket slowly to avoid boil-over; start timer.</a:t>
            </a:r>
          </a:p>
          <a:p>
            <a:pPr/>
            <a:r>
              <a:rPr sz="1800"/>
              <a:t>Gently shake at 30 sec to break clumps; skim loose crumbs from vat surface.</a:t>
            </a:r>
          </a:p>
          <a:p>
            <a:pPr/>
            <a:r>
              <a:rPr sz="1800"/>
              <a:t>Pull when color/texture hit; verify internal temps on proteins; hang 10–15 sec to drain.</a:t>
            </a:r>
          </a:p>
          <a:p>
            <a:pPr/>
            <a:r>
              <a:rPr sz="1800"/>
              <a:t>Season starches immediately over drip pan; never over the vat.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Oil Quality Checks (each hour and after rush)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Color: pale gold to light amber is good; dark brown/black means change.</a:t>
            </a:r>
          </a:p>
          <a:p>
            <a:pPr/>
            <a:r>
              <a:rPr sz="1800"/>
              <a:t>Smoke: oil should not smoke at set temp; smoking = degraded or too hot.</a:t>
            </a:r>
          </a:p>
          <a:p>
            <a:pPr/>
            <a:r>
              <a:rPr sz="1800"/>
              <a:t>Foaming: persistent foam after drops = contamination; filter or change.</a:t>
            </a:r>
          </a:p>
          <a:p>
            <a:pPr/>
            <a:r>
              <a:rPr sz="1800"/>
              <a:t>Odor/Flavor: rancid, fishy, or burnt notes = change.</a:t>
            </a:r>
          </a:p>
          <a:p>
            <a:pPr/>
            <a:r>
              <a:rPr sz="1800"/>
              <a:t>Crumb load: heavy sediment on floor of vat = filter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&amp; Top-Off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Set fryer to filter mode or power off; allow to cool to safe filter temp per unit label.</a:t>
            </a:r>
          </a:p>
          <a:p>
            <a:pPr/>
            <a:r>
              <a:rPr sz="1800"/>
              <a:t>Skim surface; open drain slowly into filter pan with screen and paper/powder.</a:t>
            </a:r>
          </a:p>
          <a:p>
            <a:pPr/>
            <a:r>
              <a:rPr sz="1800"/>
              <a:t>Scrape carbon from walls/heating elements with fryer brush; no water in vat.</a:t>
            </a:r>
          </a:p>
          <a:p>
            <a:pPr/>
            <a:r>
              <a:rPr sz="1800"/>
              <a:t>Pump filtered oil back; strain a second time if still dark.</a:t>
            </a:r>
          </a:p>
          <a:p>
            <a:pPr/>
            <a:r>
              <a:rPr sz="1800"/>
              <a:t>Top off with fresh oil to fill line; bring back to temp and test with a fry.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Change Oil (Do Not Try to “Save”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Oil smokes at proper set temps after filtering.</a:t>
            </a:r>
          </a:p>
          <a:p>
            <a:pPr/>
            <a:r>
              <a:rPr sz="1800"/>
              <a:t>Color is coffee-dark; flavors transfer between items.</a:t>
            </a:r>
          </a:p>
          <a:p>
            <a:pPr/>
            <a:r>
              <a:rPr sz="1800"/>
              <a:t>Foaming persists and recovery time is slow.</a:t>
            </a:r>
          </a:p>
          <a:p>
            <a:pPr/>
            <a:r>
              <a:rPr sz="1800"/>
              <a:t>After heavy fish/protein night if odor lingers post-filter.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Burn Prevention &amp; PPE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Wear dry, long sleeves; use cut/heat gloves for basket moves and cleaning.</a:t>
            </a:r>
          </a:p>
          <a:p>
            <a:pPr/>
            <a:r>
              <a:rPr sz="1800"/>
              <a:t>Never drop wet or icy product; always shake off ice/water in a separate bin.</a:t>
            </a:r>
          </a:p>
          <a:p>
            <a:pPr/>
            <a:r>
              <a:rPr sz="1800"/>
              <a:t>Keep handles dry and pointed inward; don’t rest baskets over active vats.</a:t>
            </a:r>
          </a:p>
          <a:p>
            <a:pPr/>
            <a:r>
              <a:rPr sz="1800"/>
              <a:t>Walk, don’t run; announce “behind,” “hot,” “corner.”</a:t>
            </a:r>
          </a:p>
          <a:p>
            <a:pPr/>
            <a:r>
              <a:rPr sz="1800"/>
              <a:t>Salt/season away from vats to prevent popping and corrosion.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Grease Fire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Do not use water. Do not move the fryer.</a:t>
            </a:r>
          </a:p>
          <a:p>
            <a:pPr/>
            <a:r>
              <a:rPr sz="1800"/>
              <a:t>Turn off gas/power. Close fryer lid if safe.</a:t>
            </a:r>
          </a:p>
          <a:p>
            <a:pPr/>
            <a:r>
              <a:rPr sz="1800"/>
              <a:t>Use K-class extinguisher: pull pin, aim at base, squeeze, sweep.</a:t>
            </a:r>
          </a:p>
          <a:p>
            <a:pPr/>
            <a:r>
              <a:rPr sz="1800"/>
              <a:t>Call “Fire at Fryer,” clear guests/FOH line of sight, alert manager.</a:t>
            </a:r>
          </a:p>
          <a:p>
            <a:pPr/>
            <a:r>
              <a:rPr sz="1800"/>
              <a:t>After discharge, do not relight. Wait for chef/maintenance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End-of-Shift Reset &amp;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Skim vats, filter if crumb load is moderate+, top off to line.</a:t>
            </a:r>
          </a:p>
          <a:p>
            <a:pPr/>
            <a:r>
              <a:rPr sz="1800"/>
              <a:t>Wipe exterior, floors, and underframes; empty crumb trays.</a:t>
            </a:r>
          </a:p>
          <a:p>
            <a:pPr/>
            <a:r>
              <a:rPr sz="1800"/>
              <a:t>Thermometer sanitized; timers cleared; tools washed/air-dried.</a:t>
            </a:r>
          </a:p>
          <a:p>
            <a:pPr/>
            <a:r>
              <a:rPr sz="1800"/>
              <a:t>Record filter/change in fryer log with initials and notes (color, smell, actions).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Fry Station Quick Reference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