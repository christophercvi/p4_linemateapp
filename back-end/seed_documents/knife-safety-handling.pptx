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Knife Safety &amp; Handling — Prep Station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Claw grip, damp towel under boards, never catch a falling knife.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Document owner: Samuel Okafor (Sous Chef, Prep).</a:t>
            </a:r>
          </a:p>
          <a:p>
            <a:pPr/>
            <a:r>
              <a:rPr sz="1800"/>
              <a:t>Purpose: prevent cuts, slips, and cross-contamination at the Prep station.</a:t>
            </a:r>
          </a:p>
          <a:p>
            <a:pPr/>
            <a:r>
              <a:rPr sz="1800"/>
              <a:t>Applies to all knives, mandolines, oyster knives, and cutting boards used in Prep.</a:t>
            </a:r>
          </a:p>
          <a:p>
            <a:pPr/>
            <a:r>
              <a:rPr sz="1800"/>
              <a:t>Read, follow, and ask Samuel if anything is unclear.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Rules (Do Not Deviate)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Claw grip — fingertips tucked, knuckles guide the blade.</a:t>
            </a:r>
          </a:p>
          <a:p>
            <a:pPr/>
            <a:r>
              <a:rPr sz="1800"/>
              <a:t>Put a damp towel under every cutting board so it can't slide.</a:t>
            </a:r>
          </a:p>
          <a:p>
            <a:pPr/>
            <a:r>
              <a:rPr sz="1800"/>
              <a:t>Never catch a falling knife. Step back and let it drop.</a:t>
            </a:r>
          </a:p>
          <a:p>
            <a:pPr/>
            <a:r>
              <a:rPr sz="1800"/>
              <a:t>Carry knives point down, blade facing back, and call "Sharp, behind!".</a:t>
            </a:r>
          </a:p>
          <a:p>
            <a:pPr/>
            <a:r>
              <a:rPr sz="1800"/>
              <a:t>Never leave knives in the sink or under water. Wash, dry and return to the magnetic strip.</a:t>
            </a:r>
          </a:p>
          <a:p>
            <a:pPr/>
            <a:r>
              <a:rPr sz="1800"/>
              <a:t>Cut-resistant glove on the guiding hand for mandolines and oysters.</a:t>
            </a:r>
          </a:p>
          <a:p>
            <a:pPr/>
            <a:r>
              <a:rPr sz="1800"/>
              <a:t>A dull knife is dangerous: hone before every shift; sharpening service every two weeks.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Station Setup &amp; Board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Set board on a clean, folded damp towel so it can't slide.</a:t>
            </a:r>
          </a:p>
          <a:p>
            <a:pPr/>
            <a:r>
              <a:rPr sz="1800"/>
              <a:t>Choose the right board size; keep a trash cambro and garnish pan within reach.</a:t>
            </a:r>
          </a:p>
          <a:p>
            <a:pPr/>
            <a:r>
              <a:rPr sz="1800"/>
              <a:t>Keep blade path clear: no towels, cords, or pans crossing the board.</a:t>
            </a:r>
          </a:p>
          <a:p>
            <a:pPr/>
            <a:r>
              <a:rPr sz="1800"/>
              <a:t>Wipe and swap boards if the surface grooves or becomes greasy.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Carry &amp; Traffic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Move with knives at your side: point down, blade facing back.</a:t>
            </a:r>
          </a:p>
          <a:p>
            <a:pPr/>
            <a:r>
              <a:rPr sz="1800"/>
              <a:t>Call “Sharp, behind!” before stepping into traffic or passing a teammate.</a:t>
            </a:r>
          </a:p>
          <a:p>
            <a:pPr/>
            <a:r>
              <a:rPr sz="1800"/>
              <a:t>Never carry more than one bare blade per hand; use a rack or tray for multiples.</a:t>
            </a:r>
          </a:p>
          <a:p>
            <a:pPr/>
            <a:r>
              <a:rPr sz="1800"/>
              <a:t>Place knives down before opening doors, moving carts, or grabbing hot pans.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Washing, Storage &amp; Tool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Never leave knives in the sink or under water.</a:t>
            </a:r>
          </a:p>
          <a:p>
            <a:pPr/>
            <a:r>
              <a:rPr sz="1800"/>
              <a:t>Wash, rinse, sanitize, then dry immediately; no air-drying blades.</a:t>
            </a:r>
          </a:p>
          <a:p>
            <a:pPr/>
            <a:r>
              <a:rPr sz="1800"/>
              <a:t>Return to the magnetic strip with handles aligned, tips up and safe.</a:t>
            </a:r>
          </a:p>
          <a:p>
            <a:pPr/>
            <a:r>
              <a:rPr sz="1800"/>
              <a:t>If a magnet is full, use guards and store in the designated knife drawer.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Sharpness Standards &amp;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 dull knife is dangerous: hone before every shift; sharpening service every two weeks.</a:t>
            </a:r>
          </a:p>
          <a:p>
            <a:pPr/>
            <a:r>
              <a:rPr sz="1800"/>
              <a:t>Test sharpness with a tomato or paper slice; if it skids or tears, re-hone or pull from service.</a:t>
            </a:r>
          </a:p>
          <a:p>
            <a:pPr/>
            <a:r>
              <a:rPr sz="1800"/>
              <a:t>Use the honing steel at a steady angle; avoid grinding away the edge on boards.</a:t>
            </a:r>
          </a:p>
          <a:p>
            <a:pPr/>
            <a:r>
              <a:rPr sz="1800"/>
              <a:t>Task: Honing · Tool: Honing steel · Frequency/Rule: hone before every shift</a:t>
            </a:r>
          </a:p>
          <a:p>
            <a:pPr/>
            <a:r>
              <a:rPr sz="1800"/>
              <a:t>Task: Sharpening service · Tool: Pro service · Frequency/Rule: sharpening service every two weeks.</a:t>
            </a:r>
          </a:p>
          <a:p>
            <a:pPr/>
            <a:r>
              <a:rPr sz="1800"/>
              <a:t>Task: Storage · Tool: Magnetic strip · Frequency/Rule: Wash, dry and return to the magnetic strip</a:t>
            </a:r>
          </a:p>
          <a:p>
            <a:pPr/>
            <a:r>
              <a:rPr sz="1800"/>
              <a:t>Task: Carry through kitchen · Tool: N/A · Frequency/Rule: Carry knives point down, blade facing 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Hone (Quick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Wipe blade clean and dry.</a:t>
            </a:r>
          </a:p>
          <a:p>
            <a:pPr/>
            <a:r>
              <a:rPr sz="1800"/>
              <a:t>Hold steel vertical, tip planted on a towel.</a:t>
            </a:r>
          </a:p>
          <a:p>
            <a:pPr/>
            <a:r>
              <a:rPr sz="1800"/>
              <a:t>Set 15–20° angle; draw heel to tip, light pressure.</a:t>
            </a:r>
          </a:p>
          <a:p>
            <a:pPr/>
            <a:r>
              <a:rPr sz="1800"/>
              <a:t>Alternate sides, 5–8 passes each.</a:t>
            </a:r>
          </a:p>
          <a:p>
            <a:pPr/>
            <a:r>
              <a:rPr sz="1800"/>
              <a:t>Wipe blade; test on tomato or paper. Repeat if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Mandolines, Oysters &amp; Gloves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Cut-resistant glove on the guiding hand for mandolines and oysters.</a:t>
            </a:r>
          </a:p>
          <a:p>
            <a:pPr/>
            <a:r>
              <a:rPr sz="1800"/>
              <a:t>Use the mandoline guard; never freehand small ends—switch to knife.</a:t>
            </a:r>
          </a:p>
          <a:p>
            <a:pPr/>
            <a:r>
              <a:rPr sz="1800"/>
              <a:t>For oysters: stabilize towel, keep the other hand gloved and behind the tip.</a:t>
            </a:r>
          </a:p>
          <a:p>
            <a:pPr/>
            <a:r>
              <a:rPr sz="1800"/>
              <a:t>Store mandolines with guards on; blade covered when not in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Do If...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Knife falls: do not reach—step back, warn “Knife down!”, then pick up safely.</a:t>
            </a:r>
          </a:p>
          <a:p>
            <a:pPr/>
            <a:r>
              <a:rPr sz="1800"/>
              <a:t>Board slides: stop cutting; reset with a damp towel under the board.</a:t>
            </a:r>
          </a:p>
          <a:p>
            <a:pPr/>
            <a:r>
              <a:rPr sz="1800"/>
              <a:t>You get a cut: stop, wash, pressure, bandage with finger cot/glove, tell Samuel.</a:t>
            </a:r>
          </a:p>
          <a:p>
            <a:pPr/>
            <a:r>
              <a:rPr sz="1800"/>
              <a:t>Knife is dull or chipped: tag “DULL/CHIP,” pull from the line, log for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Knife Safety &amp; Handling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