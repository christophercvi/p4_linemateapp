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Laminated Croissant Dough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Three single folds; proof at 78°F / 80% RH for 2 h. Last reviewed before the proofer was replaced.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&amp; Ownership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Station: Pastry. Document owner: Aiko Tanaka (Pastry Lead).</a:t>
            </a:r>
          </a:p>
          <a:p>
            <a:pPr/>
            <a:r>
              <a:rPr sz="1800"/>
              <a:t>Product: classic laminated croissant dough; three single folds; proof at 78°F / 80% RH for 2 h.</a:t>
            </a:r>
          </a:p>
          <a:p>
            <a:pPr/>
            <a:r>
              <a:rPr sz="1800"/>
              <a:t>Note: Proofing settings listed are for the old Doyon proofer; verify on the new unit.</a:t>
            </a:r>
          </a:p>
          <a:p>
            <a:pPr/>
            <a:r>
              <a:rPr sz="1800"/>
              <a:t>Target: clean layers, honeycomb crumb, even browning at 375°F convection, 18 min.</a:t>
            </a:r>
          </a:p>
          <a:p>
            <a:pPr/>
            <a:r>
              <a:rPr sz="1800"/>
              <a:t>Allergen alert: dairy, gluten. Label racks and sheet pans.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Ingredients &amp; Scaling (Détrempe)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Détrempe formula (keep exact weights):</a:t>
            </a:r>
          </a:p>
          <a:p>
            <a:pPr lvl="1"/>
            <a:r>
              <a:rPr sz="1600"/>
              <a:t>Bread flour 1000 g (35.3 oz) · water 280 g (9.9 oz) · milk 280 g (9.9 oz)</a:t>
            </a:r>
          </a:p>
          <a:p>
            <a:pPr lvl="1"/>
            <a:r>
              <a:rPr sz="1600"/>
              <a:t>sugar 110 g (3.9 oz) · salt 20 g (0.7 oz) · osmotolerant yeast 12 g (0.4 oz) · butter 50 g (1.8 oz)</a:t>
            </a:r>
          </a:p>
          <a:p>
            <a:pPr/>
            <a:r>
              <a:rPr sz="1800"/>
              <a:t>Lamination fat: Butter block 560 g (19.8 oz), pliable at 55°F.</a:t>
            </a:r>
          </a:p>
          <a:p>
            <a:pPr/>
            <a:r>
              <a:rPr sz="1800"/>
              <a:t>Batch yields ~20–24 standard croissants from 9 × 24 cm triangles (size-dependent).</a:t>
            </a:r>
          </a:p>
          <a:p>
            <a:pPr/>
            <a:r>
              <a:rPr sz="1800"/>
              <a:t>Use osmotolerant yeast; do not sub instant/active. Keep butter unsalted, 82% fat or higher.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Equipment &amp;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Mixer with dough hook; sheeter; rolling pin backup; thermometer; hygrometer; timer.</a:t>
            </a:r>
          </a:p>
          <a:p>
            <a:pPr/>
            <a:r>
              <a:rPr sz="1800"/>
              <a:t>Cold table or sheet pan for rests at 38°F; plastic wrap; bench brush; sharp wheel or knife.</a:t>
            </a:r>
          </a:p>
          <a:p>
            <a:pPr/>
            <a:r>
              <a:rPr sz="1800"/>
              <a:t>Proofer: settings reference the old Doyon proofer (78°F, 80% RH). New proofer: match those conditions using independent thermometer/hygrometer.</a:t>
            </a:r>
          </a:p>
          <a:p>
            <a:pPr/>
            <a:r>
              <a:rPr sz="1800"/>
              <a:t>Ovens: convection set to 375°F; verify with oven thermometer.</a:t>
            </a:r>
          </a:p>
          <a:p>
            <a:pPr/>
            <a:r>
              <a:rPr sz="1800"/>
              <a:t>Butter block prep: pound between parchment to even thickness; check 55°F pliability (bends without cracking, not greasy).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Mixing Détrempe —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Chill milk and water to 38–40°F. Cube butter (50 g) cold.</a:t>
            </a:r>
          </a:p>
          <a:p>
            <a:pPr/>
            <a:r>
              <a:rPr sz="1800"/>
              <a:t>In mixer, combine flour, sugar, salt, osmotolerant yeast. Add liquids; mix low until shaggy.</a:t>
            </a:r>
          </a:p>
          <a:p>
            <a:pPr/>
            <a:r>
              <a:rPr sz="1800"/>
              <a:t>Add 50 g butter; mix low to medium-low until smooth, gluten just formed, 4–6 min. Dough should be cool and not sticky.</a:t>
            </a:r>
          </a:p>
          <a:p>
            <a:pPr/>
            <a:r>
              <a:rPr sz="1800"/>
              <a:t>Shape into a 10 × 14 in slab, 1 in thick. Wrap tight. Refrigerate to 38°F, minimum 30 min, up to 2 h.</a:t>
            </a:r>
          </a:p>
          <a:p>
            <a:pPr/>
            <a:r>
              <a:rPr sz="1800"/>
              <a:t>Keep dough and butter within 5–7°F of each other for lock-in (target dough ~40–45°F, butter 55°F).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Lamination —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Butter block 560 g, pliable at 55°F. Sheet détrempe to fit block with 1/2 in margins.</a:t>
            </a:r>
          </a:p>
          <a:p>
            <a:pPr/>
            <a:r>
              <a:rPr sz="1800"/>
              <a:t>Lock in, then three single folds, 30 min rest at 38°F between folds. Wrap between rests.</a:t>
            </a:r>
          </a:p>
          <a:p>
            <a:pPr/>
            <a:r>
              <a:rPr sz="1800"/>
              <a:t>Keep bench lightly floured; brush off excess flour before each fold. Maintain rectangle corners sharp.</a:t>
            </a:r>
          </a:p>
          <a:p>
            <a:pPr/>
            <a:r>
              <a:rPr sz="1800"/>
              <a:t>If butter smears, dough too warm—chill 10–15 min. If butter cracks, warm 2–3 min at room temp.</a:t>
            </a:r>
          </a:p>
          <a:p>
            <a:pPr/>
            <a:r>
              <a:rPr sz="1800"/>
              <a:t>After final rest, sheet to 4 mm; keep dough below 60°F throughout.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Sheeting, Cutting, Shaping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Sheet to 4 mm; cut 9 × 24 cm triangles. Use sharp wheel; no dragging.</a:t>
            </a:r>
          </a:p>
          <a:p>
            <a:pPr/>
            <a:r>
              <a:rPr sz="1800"/>
              <a:t>Notch base, stretch gently, roll snug without crushing layers; point underneath.</a:t>
            </a:r>
          </a:p>
          <a:p>
            <a:pPr/>
            <a:r>
              <a:rPr sz="1800"/>
              <a:t>Place on lined sheet, tip tucked. Pan with 2 in spacing for proof/oven spring.</a:t>
            </a:r>
          </a:p>
          <a:p>
            <a:pPr/>
            <a:r>
              <a:rPr sz="1800"/>
              <a:t>Egg wash only after proof (avoid sealing layers).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Proofing &amp; Baking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Proof at 78°F and 80% RH for 2 h (settings for the old Doyon proofer).</a:t>
            </a:r>
          </a:p>
          <a:p>
            <a:pPr/>
            <a:r>
              <a:rPr sz="1800"/>
              <a:t>New proofer: adjust controls to achieve same temp/RH by thermometer/hygrometer; do not exceed 80°F.</a:t>
            </a:r>
          </a:p>
          <a:p>
            <a:pPr/>
            <a:r>
              <a:rPr sz="1800"/>
              <a:t>Bake: Egg wash once. Bake 375°F convection, 18 min. Rotate at 10 min if needed.</a:t>
            </a:r>
          </a:p>
          <a:p>
            <a:pPr/>
            <a:r>
              <a:rPr sz="1800"/>
              <a:t>Doneness: deep golden, no pale shoulders, internal temp 205–210°F.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Controls &amp;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Temperatures and holds:</a:t>
            </a:r>
          </a:p>
          <a:p>
            <a:pPr/>
            <a:r>
              <a:rPr sz="1800"/>
              <a:t>Step: Butter block · Target: 55°F pliable · Hold/Time: Use immediately</a:t>
            </a:r>
          </a:p>
          <a:p>
            <a:pPr/>
            <a:r>
              <a:rPr sz="1800"/>
              <a:t>Step: Rest between folds · Target: 38°F · Hold/Time: 30 min each rest</a:t>
            </a:r>
          </a:p>
          <a:p>
            <a:pPr/>
            <a:r>
              <a:rPr sz="1800"/>
              <a:t>Step: Final proof (old unit) · Target: 78°F / 80% RH · Hold/Time: 2 h</a:t>
            </a:r>
          </a:p>
          <a:p>
            <a:pPr/>
            <a:r>
              <a:rPr sz="1800"/>
              <a:t>Step: Bake · Target: 375°F convection · Hold/Time: 18 min</a:t>
            </a:r>
          </a:p>
          <a:p>
            <a:pPr/>
            <a:r>
              <a:rPr sz="1800"/>
              <a:t>Cold chain: keep dough ≤41°F outside of proofing; minimize bench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Checks &amp; Troubleshooting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Underproof: tight crumb, burst seams. Add 15–20 min proof; verify 80% RH.</a:t>
            </a:r>
          </a:p>
          <a:p>
            <a:pPr/>
            <a:r>
              <a:rPr sz="1800"/>
              <a:t>Overproof: collapse, butter leak. Reduce proof by 10–15 min; check proofer temp not over 78°F.</a:t>
            </a:r>
          </a:p>
          <a:p>
            <a:pPr/>
            <a:r>
              <a:rPr sz="1800"/>
              <a:t>Butter leakage in bake: layers compromised. Review butter temp at lock-in and rest discipline.</a:t>
            </a:r>
          </a:p>
          <a:p>
            <a:pPr/>
            <a:r>
              <a:rPr sz="1800"/>
              <a:t>Uneven color: thin egg wash; ensure even oven load; rotate once.</a:t>
            </a:r>
          </a:p>
          <a:p>
            <a:pPr/>
            <a:r>
              <a:rPr sz="1800"/>
              <a:t>If new proofer can’t hit 80% RH: place pans of hot water; avoid direct steam blasting. Adjust time to visual cues (jiggle, visible layers, slight swell).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Laminated Croissant Dough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